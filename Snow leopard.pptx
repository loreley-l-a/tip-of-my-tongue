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66F5D-21C9-4F44-8BEC-A18386EBC739}" type="datetimeFigureOut">
              <a:rPr lang="en-US" smtClean="0"/>
              <a:t>4/14/2017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B25D1-3C57-4197-9213-FA8F27A0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546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66F5D-21C9-4F44-8BEC-A18386EBC739}" type="datetimeFigureOut">
              <a:rPr lang="en-US" smtClean="0"/>
              <a:t>4/14/2017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B25D1-3C57-4197-9213-FA8F27A0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038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66F5D-21C9-4F44-8BEC-A18386EBC739}" type="datetimeFigureOut">
              <a:rPr lang="en-US" smtClean="0"/>
              <a:t>4/14/2017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B25D1-3C57-4197-9213-FA8F27A0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6478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66F5D-21C9-4F44-8BEC-A18386EBC739}" type="datetimeFigureOut">
              <a:rPr lang="en-US" smtClean="0"/>
              <a:t>4/14/2017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B25D1-3C57-4197-9213-FA8F27A0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759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66F5D-21C9-4F44-8BEC-A18386EBC739}" type="datetimeFigureOut">
              <a:rPr lang="en-US" smtClean="0"/>
              <a:t>4/14/2017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B25D1-3C57-4197-9213-FA8F27A0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937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66F5D-21C9-4F44-8BEC-A18386EBC739}" type="datetimeFigureOut">
              <a:rPr lang="en-US" smtClean="0"/>
              <a:t>4/14/2017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B25D1-3C57-4197-9213-FA8F27A0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271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66F5D-21C9-4F44-8BEC-A18386EBC739}" type="datetimeFigureOut">
              <a:rPr lang="en-US" smtClean="0"/>
              <a:t>4/14/2017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B25D1-3C57-4197-9213-FA8F27A0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323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66F5D-21C9-4F44-8BEC-A18386EBC739}" type="datetimeFigureOut">
              <a:rPr lang="en-US" smtClean="0"/>
              <a:t>4/14/2017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B25D1-3C57-4197-9213-FA8F27A0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40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66F5D-21C9-4F44-8BEC-A18386EBC739}" type="datetimeFigureOut">
              <a:rPr lang="en-US" smtClean="0"/>
              <a:t>4/14/2017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B25D1-3C57-4197-9213-FA8F27A0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879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66F5D-21C9-4F44-8BEC-A18386EBC739}" type="datetimeFigureOut">
              <a:rPr lang="en-US" smtClean="0"/>
              <a:t>4/14/2017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B25D1-3C57-4197-9213-FA8F27A0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994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66F5D-21C9-4F44-8BEC-A18386EBC739}" type="datetimeFigureOut">
              <a:rPr lang="en-US" smtClean="0"/>
              <a:t>4/14/2017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B25D1-3C57-4197-9213-FA8F27A0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079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66F5D-21C9-4F44-8BEC-A18386EBC739}" type="datetimeFigureOut">
              <a:rPr lang="en-US" smtClean="0"/>
              <a:t>4/14/2017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9B25D1-3C57-4197-9213-FA8F27A060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03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Snow leopard 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By: Loreley, Diana, and </a:t>
            </a:r>
            <a:r>
              <a:rPr lang="en-US" dirty="0"/>
              <a:t>S</a:t>
            </a:r>
            <a:r>
              <a:rPr lang="en-US" dirty="0" smtClean="0"/>
              <a:t>arah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7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070" y="219976"/>
            <a:ext cx="10515600" cy="1325563"/>
          </a:xfrm>
        </p:spPr>
        <p:txBody>
          <a:bodyPr/>
          <a:lstStyle/>
          <a:p>
            <a:r>
              <a:rPr lang="en-US" dirty="0" smtClean="0"/>
              <a:t>Size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070" y="154553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 SNOW LEOPARD IS  4 TO 5 FT TALL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1416" y="220398"/>
            <a:ext cx="5560541" cy="59730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71102"/>
            <a:ext cx="4572000" cy="3322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17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IT  LOOKS LIKE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HAS WHITE , YELLOWISH OR SOFT GRAY COAT WITH RINGED SPOTS BLACK AND BROWN IT HAS FUR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5637" y="2400547"/>
            <a:ext cx="5943600" cy="437997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865" y="3128963"/>
            <a:ext cx="5080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785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HABITAT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THEY CAN BE </a:t>
            </a:r>
            <a:r>
              <a:rPr lang="en-US" smtClean="0"/>
              <a:t>FOUND AT .… CENTRAL ASIA , RUSIA , AND CHINA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8715" y="3206611"/>
            <a:ext cx="4027694" cy="27307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5544064" y="7105134"/>
            <a:ext cx="5123935" cy="384295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89" y="2286000"/>
            <a:ext cx="6096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961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55</Words>
  <Application>Microsoft Office PowerPoint</Application>
  <PresentationFormat>Widescreen</PresentationFormat>
  <Paragraphs>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Snow leopard  </vt:lpstr>
      <vt:lpstr>Size</vt:lpstr>
      <vt:lpstr>WHAT IT  LOOKS LIKE</vt:lpstr>
      <vt:lpstr>HABITAT</vt:lpstr>
    </vt:vector>
  </TitlesOfParts>
  <Company>Speedway Public Schools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Snow leopard</dc:title>
  <dc:creator>Loreley Lopez Arias</dc:creator>
  <cp:lastModifiedBy>Loreley Lopez Arias</cp:lastModifiedBy>
  <cp:revision>7</cp:revision>
  <dcterms:created xsi:type="dcterms:W3CDTF">2017-04-10T15:08:43Z</dcterms:created>
  <dcterms:modified xsi:type="dcterms:W3CDTF">2017-04-14T15:09:52Z</dcterms:modified>
</cp:coreProperties>
</file>